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56" r:id="rId6"/>
    <p:sldId id="261" r:id="rId7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50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FC7820-3719-0869-E4D8-5B040A513A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437DAEF-9400-0CBA-4B2C-39BCF1A360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7360B00-E56D-F657-BA97-038ADE12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6A0F7F-067D-272E-399A-CEAC48FE8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E51A2B8-4FCB-3260-8119-E1C13FC08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7696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175055-7E1D-80BD-4361-96DB601CBC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27F326-AE6D-8F65-4B2A-B311CFECA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9C5A590-CD78-4902-BA60-E26D942FE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736A359-4944-500F-071B-3FC59858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984CBFA-F99E-FF91-4A6A-C898EECDE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07585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ECFF25-526A-CCBF-0F1B-E7A1B7CB1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ADED032-03D9-33D1-6A7A-BDB8A166EB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C89928-BF03-604A-44E1-50CA33B3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4C489D-2462-6A17-E378-FC6938EACC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A113D58-C6E2-94EE-E038-AA9D1CB61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98508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8BABA0-44DE-50FF-40E2-7EE2656C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A36B79B-6E73-D559-E75E-EE33E9B8A3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36356D-0B7D-0761-AB90-BC90456F4B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0F2F3DC-65E4-4E53-5D2B-BEB412215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737635C-A17A-C5C0-E4D1-D89B159BB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FA7582A-AC9A-68DD-4D57-F3C83473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1543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016442-915E-9B7D-FA36-346F2A616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C51CD04-6917-9B47-46C3-E629EEE37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148B5CC-EC38-5E3E-C547-B179D0D2EE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7B3513D-123D-2263-3835-0EF402E918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887A009-CF84-E8C5-B822-86F052B3C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1820BE-6EA3-6F7A-2FFF-2FCA98DAE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BA6F09E-8C72-973E-EB30-89A51172B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21CF321-823B-A586-85AC-0D6FFCCFC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897081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45DC1A-FBA2-D34D-2D49-A3420691A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55688D6-83EC-F680-3F60-D092F616E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08A50FF-EEDC-9FA7-0EE7-76DBCAFA4B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F9BF46-BE56-9727-51F8-EBDB41A54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80454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C3DB0E4-94C9-0C56-BB38-6AB550588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954AE13-CE70-9DDD-7C8A-18CC53F50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3B937C1-230C-89B8-7C65-DCC09BB2D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16895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090ECCB-EC76-593B-2274-5C4105D6A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A273DD4-71EC-2E95-FE87-F0D0AA20C3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6813DAB-043A-9185-9FBF-53C41FD40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05E7BF-E3BD-8F33-722A-CBA8FA3037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E04413C-604D-EF8E-517E-9D37FE8E7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E5D2AAC-6A19-CC47-D5AF-ABF48F3D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11153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AAB7C0-3DF7-B87A-72CD-E16732E44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CCD29C57-AFC0-A80D-CC0D-D0AE721851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8D67765-7B72-A76F-B695-22A1AF409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F46501D-CA77-B8C0-30EE-4A3CA1F2D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B6FF3CF-2EF0-9884-B233-17A0E3ED8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15162D3-F73A-DF4C-D5DB-FC72AA3C1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31982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458809-D46B-1630-DE86-207D653E3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87635F4-BD3A-6E88-187C-BA07F3DB9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F8CB17-6273-E306-B39C-DAB09D9FD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A1FEEDE-551E-1806-C7AA-B17BA2564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8F8A129-1077-D447-3FD3-1E90FDA8B0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7096725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7C2E069-D6A3-F609-E587-1ECA1A72A9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1E1BA08-C037-3390-74DB-B4ED3F838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855897D-6E78-9329-25B2-271E69A0AD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66EEF6-2A87-5C90-A2F2-3CF98ACE97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E61B4AB-EF74-1999-558D-77B0C98FE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6589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C3AE87C-52E9-8E9F-21D7-AA87C2926C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45F60D6-849A-F6C2-0665-04053880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2EB63C4-8AE8-B291-D87F-9A7246023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8ED233-0112-4D8B-B7F1-E8BB63470D09}" type="datetimeFigureOut">
              <a:rPr lang="de-CH" smtClean="0"/>
              <a:t>18.11.2024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D32D706-609C-480F-E13C-F0FC772CEB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3CFEC75-F24F-B74B-C113-58D14757DE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FEDF5B-653B-4200-849F-18A2B04533A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91129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1C95FB8-CAD0-14B1-C93D-29D804BA3D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573" y="0"/>
            <a:ext cx="112348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9657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048BF6B-E8C2-2290-BAE2-49F2CC540B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14747" cy="4773300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46278571-8A41-FAA1-5D65-D974195EA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2606" y="3429000"/>
            <a:ext cx="6854936" cy="3163339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D3D626D5-D4E0-E51B-BE46-F2DE5B871C34}"/>
              </a:ext>
            </a:extLst>
          </p:cNvPr>
          <p:cNvSpPr txBox="1"/>
          <p:nvPr/>
        </p:nvSpPr>
        <p:spPr>
          <a:xfrm>
            <a:off x="7897608" y="3692324"/>
            <a:ext cx="973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CH" dirty="0" err="1"/>
              <a:t>Nozzle</a:t>
            </a:r>
            <a:r>
              <a:rPr lang="de-CH" dirty="0"/>
              <a:t> 2</a:t>
            </a:r>
          </a:p>
        </p:txBody>
      </p:sp>
    </p:spTree>
    <p:extLst>
      <p:ext uri="{BB962C8B-B14F-4D97-AF65-F5344CB8AC3E}">
        <p14:creationId xmlns:p14="http://schemas.microsoft.com/office/powerpoint/2010/main" val="929510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4C4B565-BE07-D38F-197B-F04A2DB61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19" y="180521"/>
            <a:ext cx="9754961" cy="6496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3086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1B87A45-9C30-0A1B-A545-DFECA4963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151" y="223390"/>
            <a:ext cx="9659698" cy="641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48605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024DD69C-A57B-A324-CD84-ACB66506B9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440" y="123363"/>
            <a:ext cx="9993120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063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03036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Breitbild</PresentationFormat>
  <Paragraphs>1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MAN Energy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Sebastiano Mauri</dc:creator>
  <cp:lastModifiedBy>Sebastiano Mauri</cp:lastModifiedBy>
  <cp:revision>1</cp:revision>
  <dcterms:created xsi:type="dcterms:W3CDTF">2024-11-18T15:22:15Z</dcterms:created>
  <dcterms:modified xsi:type="dcterms:W3CDTF">2024-11-18T15:43:57Z</dcterms:modified>
</cp:coreProperties>
</file>